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9601200" y="4114800"/>
            <a:ext cx="2560320" cy="2743200"/>
          </a:xfrm>
          <a:prstGeom prst="rtTriangl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Calibri"/>
              </a:rPr>
              <a:t>ELITE WORLD SERVICES · AVIATION RECRUITMENT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Calibri"/>
              </a:rPr>
              <a:t>DRIVE-DAY PLAYBOOK  ·  EDITION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The drive runs itself.
Your job is to keep it calm.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Step-by-step guide for desk operators, recruiters and floor team. Covers the entire student journey — arrival to result — and every issue we've seen in testing.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58384"/>
            <a:ext cx="47548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FOR: ON-SITE EWS TEAM (DESK OPERATORS · RECRUITERS · FLOOR)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careers.ews.aero  ·  Live system snapshot  ·  Updated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INSIDE THIS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Eight parts. Read in order on day-1.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44168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Before the doors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81912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T-60 min · venue &amp; system pre-flight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92808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92808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11096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How a student moves through the 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48840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End-to-end flow on one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9736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59736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78024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Roles at the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15768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Who does what · how to swap places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26664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26664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4495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Calling tokens &amp; running interviews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82696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 recruiter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93592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11880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Crowd control &amp; no-shows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49624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 desk operator playbook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60520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178808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Live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416552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 super admin's dashboard during the drive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27448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27448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745736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When things go wrong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983480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Symptom → cause → fix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94376"/>
            <a:ext cx="50292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294376"/>
            <a:ext cx="5029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312664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Georgia"/>
              </a:rPr>
              <a:t>Wrap-up &amp; exports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5504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Selection list, CSV, photo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Before the doors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T-60 minutes. 8 checks. If all green, you're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01  ·  PRE-FLIGHT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8-step venue + system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1.  Power up the TV / display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Open Chrome → https://careers.ews.aero/display  →  press F11 for full-screen. Token board should show the room cards. Auto-refreshes every 5 sec.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9202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745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2.  Hang the QR poster at the entrance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028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Print from /admin/qr-poster (super admin only). One QR per entrance is enough. Students scan → land directly on /register.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688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3.  Recruiters log in at their laptops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3464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https://careers.ews.aero/admin/login  →  email + password (no OTP). Each recruiter sees their assigned room auto-selected.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4.  Desk operator logs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2900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Same URL, same flow. Desk operator's home screen is the live queue at /admin/queue.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5.  Open the runbook for quick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2336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/admin/runbook  →  print 1 copy and keep at the desk. Same content as this deck, compressed to a single A4 sheet.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519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6.  Sanity-check the live tiles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61772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Open /admin in another tab. Registered/Waiting/Done numbers should match reality. If they don't refresh — check Vercel status (super admin).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8920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920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7.  Brief the floor team (volunteers)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21208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Two volunteer roles: 'Greeter' (helps students scan QR), 'Caller' (walks the waiting area calling token numbers from the TV).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4864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4864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406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8.  Open this playbook bookmark on every device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806440"/>
            <a:ext cx="105156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https://careers.ews.aero/admin/runbook  — the runbook page mirrors this deck.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If any of these 8 steps fail → call the super admin BEFORE opening doors. Do not improvise.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How a student moves through the 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Six stops. Roughly 8–12 minutes per student end-to-end.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02  ·  THE STUDENT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From entrance to result — one screen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Stop 1  ·  Entrance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Greeter points to the QR poster. Student scans → phone opens https://careers.ews.aero/register.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1183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83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726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Stop 2  ·  Registration form (5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3840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Student enters details + uploads resume + photo (compressed automatically in-browser so phone-camera photos don't fail). Submit → token issued.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9108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108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65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Stop 3  ·  Token &amp; admit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3088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Success screen shows BIG green token number. Student downloads the PDF admit card (also emailed). They keep this on their phone.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Stop 4  ·  Waiting 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2336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Student watches the TV. Display shows which room is calling which token. Updates every 5 sec.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4958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958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500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Stop 5  ·  Interview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1584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When their number shows up next to a room, they walk to that room. Recruiter has their full profile + resume + photo on screen.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2882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882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2425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Stop 6  · 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0832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Recruiter saves decision → student gets an automatic email with the outcome. They can leave the venue.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No paper forms. No phone calls. No SMS. Everything is on the TV or in email.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Roles at the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Four roles. Each one has a screen. None of them step on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03  ·  ROLES — TIER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Recruiter &amp; Desk Operator (the busy ones)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15258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RECRUITER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Logs in at /admin/login. Sees ONLY their room.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Clicks 'Call Next Token' to summon the next student.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Reviews the student profile on screen, conducts interview.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Records: rating 1–5, notes, decision (shortlist / hold / etc.).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Toggles 'Auto-advance' → call the next one immediately after save.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Cannot see or modify other rooms.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71600"/>
            <a:ext cx="3515258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DESK 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Logs in at /admin/login. Lands at the LIVE QUEUE.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Watches the full waiting list across all rooms.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Helps no-shows: re-issues skipped tokens via 'Recall'.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Marks permanent no-shows so they stop appearing in the queue.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Cannot record interview decisions — only manages flow.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First point of contact for confused or upset students.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3516" y="1371600"/>
            <a:ext cx="3515258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FLOOR (no login)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Greeter at entrance: helps students scan QR, hands out a backup paper QR if their phone is dead.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Caller in waiting area: reads token numbers off the TV every 30 sec for students who missed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Runner: physically walks no-shows from the waiting area to the recruiter room.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03  ·  ROLES — TIER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Email Manager &amp; Super Admin (the office roles)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15258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EMAIL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Sends post-drive announcements to filtered groups (e.g. all SELECTED, or all REJECTED).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Uses /admin/emails: pick audience → preview count → type confirmation if &gt; 25 → send.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Does not touch the queue, rooms, or interviews.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Can export the full student list as CSV from /admin/students.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71600"/>
            <a:ext cx="3515258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SUPER ADMIN (founder)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Creates all staff accounts at /admin/users.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Assigns each RECRUITER to a room from the same page (dropdown).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Watches live analytics + tile counts at /admin.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Has access to ALL other panels for support / firefighting.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Only role that can use the emergency env-var password.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3516" y="1371600"/>
            <a:ext cx="351525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3516" y="1536192"/>
            <a:ext cx="3515258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1691640"/>
            <a:ext cx="3058058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ROLE SWAPS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286000"/>
            <a:ext cx="3058058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All staff log in with the SAME URL — only the role differs.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If a recruiter calls in sick: super admin reassigns their room to a stand-by recruiter from /admin/users.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Desk operator backup: any super admin can use /admin/queue.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Never share a login. Make a new account in 30 seconds.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Calling tokens &amp; running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The recruiter screen — what every click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04  ·  THE RECRUITER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6 clicks per 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1.  Click 'Call Next Token'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Pulls the lowest WAITING token into your room. The student sees their token appear next to your room name on the TV.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11836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836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726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2.  Wait ~30 sec for the student to walk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3840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If they don't show up: click 'Skip (no-show)'. Token goes to SKIPPED. Desk operator can recall later.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91084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1084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65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3.  Click 'Start interview'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3088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Marks the token IN_PROGRESS. Begins timing the interview (used in analytics).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4.  Conduct the interview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2336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Student profile, resume preview, and photo are right there. Take notes in the box — they're saved with the decision.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49580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9580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500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5.  Pick a decision +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1584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5 options: Shortlist · Hold · Re-interview · Reject · SELECTED. Rating is 1-5 stars. Notes are optional but encouraged.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2882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882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2425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6.  Click 'Save &amp; Next'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08320"/>
            <a:ext cx="10515600" cy="426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Decision is locked. Student gets an automatic email with their result. If 'Auto-advance' is on, your screen instantly calls the next token.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Average interview: 8 min. With auto-advance on, you handle ~7 students/hour.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Crowd control &amp; no-shows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The desk operator's playbook — keep the line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05  ·  DESK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Live-queue mastery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32907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WHEN TO INTERVENE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Token waiting &gt; 20 min → check if the student is still in the venue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 room is idle but the queue is long → call that recruiter on the phone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Same name registered twice → keep the latest token, no-show the older one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Student says they didn't get the email → resend from /admin/students/[regId]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Student says 'I can't find my token number' → search by name in /admin/students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1371600"/>
            <a:ext cx="5432907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THE 4 BUTTONS YOU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Recall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Brings a SKIPPED token back to the front of WAITING. One click.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No-show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Permanent — token disappears from the queue. Use only after 2 callbacks.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Filter chip 'Skipped'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Shows just the skipped tokens. Easiest to recall in batch.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Search by token #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Top of the queue page. Type the number → jump to 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Rule: never delete a token. Use 'No-show'. Deletion would break analytics + the student's email trail.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Live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The super admin's dashboard — what to watch, what to ignore.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06  ·  WATCH THESE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Real-time dashboard at /admin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32907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GREEN — KEEP DOING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Registered count climbing steadily (~2/min during arrival rush)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Waiting &lt; In-progress × 4 → flow is balanced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All 4 room cards on /display showing a 'Now serving' badge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Completed count rising at ~1 every 90 sec (across all rooms)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■  </a:t>
            </a:r>
            <a:r>
              <a:rPr sz="1200">
                <a:solidFill>
                  <a:srgbClr val="0F172A"/>
                </a:solidFill>
                <a:latin typeface="Calibri"/>
              </a:rPr>
              <a:t>No 'Failed' emails in the audit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1371600"/>
            <a:ext cx="5432907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432907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1691640"/>
            <a:ext cx="49757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Georgia"/>
              </a:rPr>
              <a:t>AMBER / RED — 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240280"/>
            <a:ext cx="4975707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AMBER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Waiting &gt; 50 students → ask if a recruiter is stuck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AMBER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One room hasn't called a token in 15 min → recruiter break or laptop issue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RED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Tiles stopped updating → page is stale, refresh the browser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RED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Registered count went BACKWARDS → call the dev immediately (data integrity issue)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2C55E"/>
                </a:solidFill>
                <a:latin typeface="Calibri"/>
              </a:rPr>
              <a:t>■  </a:t>
            </a:r>
            <a:r>
              <a:rPr sz="1200" b="1">
                <a:solidFill>
                  <a:srgbClr val="0F172A"/>
                </a:solidFill>
                <a:latin typeface="Calibri"/>
              </a:rPr>
              <a:t>RED</a:t>
            </a:r>
            <a:r>
              <a:rPr sz="1200">
                <a:solidFill>
                  <a:srgbClr val="64748B"/>
                </a:solidFill>
                <a:latin typeface="Calibri"/>
              </a:rPr>
              <a:t> — </a:t>
            </a:r>
            <a:r>
              <a:rPr sz="1200">
                <a:solidFill>
                  <a:srgbClr val="0F172A"/>
                </a:solidFill>
                <a:latin typeface="Calibri"/>
              </a:rPr>
              <a:t>Display TV shows '—' for all rooms → DB or Vercel outage, check status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 /admin overview page now loads in ~350 ms warm. If it spins for &gt; 5 sec → something is wrong (not just slow).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When things go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Twelve scenarios we've seen in testing. Fix flow under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07  ·  TROUBLESHOOTING — STUDENT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Most common issues at the entrance and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585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3172876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268" y="1399032"/>
            <a:ext cx="28373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3449" y="1399032"/>
            <a:ext cx="462703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DO THIS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2880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QR code won't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268" y="182880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Phone camera dirty or QR too small from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3449" y="182880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Hand them the paper QR card (printed copies kept at desk) — same URL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Form rejects their phone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268" y="265176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File over 2 MB after compression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3449" y="265176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Tell them to retake with lower resolution OR upload from gallery. Compression is automatic.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7472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'Email already registered'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268" y="347472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They tried earlier — their token already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3449" y="347472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Search by email in /admin/students → give them the existing token number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29768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OTP email never arrives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268" y="429768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OTP is OFF in current config — should never see 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3449" y="429768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If they do see it: super admin pushes APP_STUDENT_AUTH=none again on Vercel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2920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512064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Admit card PDF won't open on their 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268" y="512064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Older Android browsers don't render Vercel-served PDFs inline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3449" y="512064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They can still attend with just the token number. Email also has the number.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5216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594360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Submit form spins forever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268" y="594360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Their phone signal dropped mid-upload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3449" y="594360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Re-submit when signal returns. Server checks for duplicate email — won't double-register.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Rate-limit: a single phone is capped at 5 submissions / 10 min. Don't worry — this is to block bots, not a real student issue.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07  ·  TROUBLESHOOTING — STAFF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Issues recruiters and desk operators may hit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85855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3172876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268" y="1399032"/>
            <a:ext cx="28373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3449" y="1399032"/>
            <a:ext cx="462703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DO THIS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82880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Recruiter sees 'No room assigned to you yet'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268" y="182880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Their account exists but Room.recruiterId isn't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3449" y="182880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Super admin opens /admin/users → finds their row → picks a room from the dropdown → done. Recruiter refreshes.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65176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Login says 'Too many attempts'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268" y="265176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10 failed logins from this IP in 5 min — 15-min cooldown kicked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3449" y="265176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Wait it out. Or: super admin uses a different device/network OR the emergency password.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8328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7472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Decision form rejects 'Token is not in this room'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268" y="347472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Their room reassignment happened mid-interview, OR a stale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3449" y="347472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Refresh the recruiter page. The new room context loads correctly.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29768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Display board frozen for everyone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268" y="429768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TV browser tab crashed or lost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3449" y="429768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Refresh the TV browser (Cmd/Ctrl+R). It auto-resumes.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2920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512064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Bulk-email send won't 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268" y="512064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Audience &gt; 25 — typed confirmation required (anti-mistake guard)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3449" y="512064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Type the EXACT number shown in the recipient count, then click Send.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52160"/>
            <a:ext cx="11185855" cy="822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5943600"/>
            <a:ext cx="3172876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CSV export downloads empty 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268" y="5943600"/>
            <a:ext cx="28373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Filter selected zero students — there's nothing to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3449" y="5943600"/>
            <a:ext cx="4627037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Clear all filters → re-export. Headers always present even if zero rows.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Every recoverable error tells you what to do in the error message itself. Read it before calling for help.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0116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PART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Wrap-up &amp; exports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After the last student walks out — what to deliver.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PART 08  ·  END-OF-DAY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5 things to do before you go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8016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1.  Confirm zero WAITING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Open /admin/queue → filter 'Waiting'. Should be empty. If not: are they actually here? No-show or recall.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76856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76856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31136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2.  Run the selection email blast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96896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Email Manager opens /admin/emails → audience: SELECTED → write congrats email → type recipient count to confirm → Send.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227832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27832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82112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3.  Export the full student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47872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/admin/students → 'Export CSV' top right. Includes ALL students, all statuses. Keep this file safe — it's your audit trail.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178808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33088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4.  Take a screenshot of /admin 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98848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The final numbers for the day. Goes in the post-drive report.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129784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9784"/>
            <a:ext cx="502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84064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Georgia"/>
              </a:rPr>
              <a:t>5.  Hand over to the super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49824"/>
            <a:ext cx="10515600" cy="58521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They run the post-drive backup script + archive the Supabase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eorgia"/>
              </a:rPr>
              <a:t>You've got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The system handles 700 students. Your job is to keep humans calm.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
When in doubt: read the runbook printout at the desk.
When the runbook doesn't help: call the super admin.
When the super admin doesn't pick up: the system keeps running even if you click nothing — students keep registering, tokens keep flowing.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Calibri"/>
              </a:rPr>
              <a:t>QUICK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72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Super admin: bhupender@eliteworldservices.com    ·    Live URL: careers.ews.aero    ·    Runbook: careers.ews.aero/admin/runbook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UU Aviation Recruitment 2026  ·  Drive-Day Playbook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