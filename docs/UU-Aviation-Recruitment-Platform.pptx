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WORLD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UU Aviation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 campus drive · 700+ students · 4 interview rooms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careers.ews.aero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Uttaranchal University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campus drive automation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Registration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QR, verifies email with OTP, fills form. Token issued instantly.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69164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Queue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call next student. Live display board shows current token per room.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Capture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records rating + notes + decision. Result emailed automatically.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38328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stats, student search, CSV export, bulk announcement emails.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DAY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capacity, built for speed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" y="169164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20574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30352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supported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load-tested at 1,699 req/sec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23744" y="169164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0574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60904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interview rooms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0904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more with one config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69164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20574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91456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registration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QR scan to admit card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4848" y="169164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0574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 sec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922008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decision capture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008" y="3383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+ notes + auto-advance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USE THE 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gets a purpose-built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1188" y="1691640"/>
            <a:ext cx="2697480" cy="2743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" y="1691640"/>
            <a:ext cx="26974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508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/register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508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campus QR, verify email, submit form, receive token + PDF admit card.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3260" y="1691640"/>
            <a:ext cx="2697480" cy="2743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3260" y="1691640"/>
            <a:ext cx="26974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758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758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/admin/login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97580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Routes recruiters to their room, admins to the console.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5332" y="1691640"/>
            <a:ext cx="2697480" cy="2743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5332" y="1691640"/>
            <a:ext cx="26974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9652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/display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9652" y="30175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TV shows live queue. Currently-called token per room, big enough to read across the room.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student becomes a hire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9244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24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QR at the desk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27048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79676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96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73352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OTP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 sent + verified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0108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01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43784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upload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98064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resume, photo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7912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0540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05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14216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68496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card PDF downloads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38344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90972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09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84648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current token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61404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140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5080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captures decision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9208" y="20848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31836" y="192024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18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25512" y="25603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email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79792" y="288036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 same day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audit-logged · all emails delivery-tracked · token allocation race-safe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students prefer this over paper 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 at the desk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00253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from anywhere on campus via QR — desk staff are never the bottleneck.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76479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7488" y="16916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Email-verified identity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47488" y="200253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locks the email — no duplicate, no fake submissions, no impersonation.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517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admit card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96265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with token number — print it or just carry it on your phone.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6517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296265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screen shows your token approaching — no shouting names across the room.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61188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decision email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92277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/ shortlisted / rejected — by EOD, not weeks later.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6850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61188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anytime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3922776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 to aviation@ews.aero deletes your data — DPDP-compliant by design.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STAFF 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person sees only what they need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SUPER_ADMIN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DESK_OPERATOR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EMAIL_MANAGER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enforced server-side on every request — no client-side bypass possible.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RECRUITER'S 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screen. Twelve interviews. Zero paperwork.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OTP → assigned room appears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06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'Call next token' → student profile loads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form, academics, resume PDF inline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337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interview started (timer begins)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decision · rate 1-5 stars · add notes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auto-advance to next student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840480" cy="2880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240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recovery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tokens can be recalled later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788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recruiter sees only their assigned room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searchable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584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full interview history per student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886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Race-safe queue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133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recruiters never get the same token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CONSOLE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visibility. Total control.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tiles · registered · waiting · in-progress · completed · selected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91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691640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Queue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 · skip / recall / no-show · contextual actions per row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691640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9944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· paginate · drill into full record + interview + email 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44952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Bulk Email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593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subject + body · target by status / course / semester · batched send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30449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3044952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93592" y="3593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registrations · decision breakdown · recruiter throughput · duration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30449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3044952"/>
            <a:ext cx="73152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9944" y="35935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single-page operator cheat sheet for drive 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PASSWORDS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no passwords.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is via a 6-digit code sent to the user's email — like banks do 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840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LOGIN 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/admin/login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your email · click Send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6-digit code arrives in inbox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Enter code · signed in for 12h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to remember, share, or leak.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2514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20240"/>
            <a:ext cx="38404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bhupender@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eliteworldservices.com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every screen.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code arrives at this Gmail/inbox.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3-minute process per new account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Supabase SQL editor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supabase.com/dashboard → uu-recruitment-prod → SQL editor → New query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new 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SQL template (right) · replace email + name + role · click Run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logs 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 /admin/login → enter their email → receive OTP → signed 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74904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TEMPLATE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"User"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(id, email, "fullName",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role, active, "createdAt",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"updatedAt")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gen_random_uuid(),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'new.person@ews.aero',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'Their Full Name',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'RECRUITER',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NOW()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to use:  SUPER_ADMIN · RECRUITER · DESK_OPERATOR · EMAIL_MANAGER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TO REMEMBER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Bookmark these. Share with staff.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careers.ews.aero/register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on QR codes at the desk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21992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careers.ews.aero/admin/login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for any role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52344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52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752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careers.ews.aero/recruiter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52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after login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82696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82696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2826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careers.ews.aero/admin/queue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826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queue management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13048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13048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13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 TV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3813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careers.ews.aero/display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Full-screen, F11 in browser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43400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Drive-day cheat sheet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careers.ews.aero/admin/runbook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5× before drive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the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1188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" y="1691640"/>
            <a:ext cx="26974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GATES OPEN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4068" y="23500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TV with /display in full-screen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4068" y="27889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QR codes pointing at /register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" y="32278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" y="31638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recruiter signs in at /admin/login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" y="36667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" y="3602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operator pulls up /admin/queue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" y="41056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" y="4041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5× /admin/runbook for desk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326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3260" y="1691640"/>
            <a:ext cx="26974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614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DRIVE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6140" y="23500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47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scan QR → self-register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6140" y="27889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4740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call tokens one-by-one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6140" y="32278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4740" y="31638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live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6140" y="36667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4740" y="3602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updates every 3 seconds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6140" y="41056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4740" y="4041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students can be recalled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5332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5332" y="1691640"/>
            <a:ext cx="26974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8212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8212" y="235000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6812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final CSV from /admin/students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8212" y="27889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6812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 bulk announcement emails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8212" y="32278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6812" y="31638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screenshot of /admin/analytics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8212" y="36667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6812" y="36027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nightly backup script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8212" y="41056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6812" y="4041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CSV to HR for offers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WORLD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this drive.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 next 50.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expansion · WhatsApp notifications · AI résumé scoring · recruiter leaderboard · in-app staff management — all v2 ready when you 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aviation@ews.aero  ·  careers.ews.aero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Elite World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UU Aviation Recruitment Platform</dc:title>
  <dc:subject>PptxGenJS Presentation</dc:subject>
  <dc:creator>Elite World Services</dc:creator>
  <cp:lastModifiedBy>Elite World Services</cp:lastModifiedBy>
  <cp:revision>1</cp:revision>
  <dcterms:created xsi:type="dcterms:W3CDTF">2026-05-27T18:29:07Z</dcterms:created>
  <dcterms:modified xsi:type="dcterms:W3CDTF">2026-05-27T18:29:07Z</dcterms:modified>
</cp:coreProperties>
</file>