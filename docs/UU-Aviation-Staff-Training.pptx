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 · MAY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 day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run the recruitment portal on the day.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for recruiters · desk operators · admins.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434840"/>
            <a:ext cx="22860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 Aviation Recruitment 2026 · Elite World Services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TRAINING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role are you?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· Desk Operator · Super Admin · Email Manager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457200" cy="45720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4924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4924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 everyone — email + 6-digit code, no passwords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2560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dashboard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role sees and uses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560320"/>
            <a:ext cx="457200" cy="45720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49240" y="2560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Drive-day routine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4924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prep → during the drive → end-of-day wrap-up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3474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scenarios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749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/ recall / no-show / re-issue token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474720"/>
            <a:ext cx="457200" cy="45720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49240" y="3474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breaks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3749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procedures and contacts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 · 2 / 16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careers.ews.aero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KNOW YOUR ROLE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role are you?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73152" cy="1417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/recruiter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interview students in your assigned room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Call next token  • Review profile  • Capture rating +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69164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691640"/>
            <a:ext cx="73152" cy="14173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OPERATOR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/admin/queue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2194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 the queue and help students at the front desk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2560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Watch live queue  • Skip / recall students  • Mark no-shows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24612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3749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oversee the whole drive end-to-end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4114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 stats live  • Export CSV  • Send bulk announcements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24612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3246120"/>
            <a:ext cx="73152" cy="1417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MANAGER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8348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/admin/emails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3749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handle student communications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4114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 students  • Compose + send bulk emails  • Track delivery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 · 3 / 16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careers.ews.aero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LOGIN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log in (same for everyone)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691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careers.ews.aero/admin/login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0574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email address you were given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4231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'Send code' — wait 30 seconds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7889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inbox (and Spam folder)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6-digit code from the email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35204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'Sign in' — you're in for 12 hours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0" y="1691640"/>
            <a:ext cx="3108960" cy="26974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1691640"/>
            <a:ext cx="310896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WORLD SERVICES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6928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 sign-in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669280" y="2788920"/>
            <a:ext cx="2743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you@ews.aero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0" y="3383280"/>
            <a:ext cx="274320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3383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code →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6928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Code expires in 10 minutes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 · 4 / 16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careers.ews.aero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· YOUR SCREEN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see when you log 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80467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8046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39112"/>
            <a:ext cx="8046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EWS · AVIATION   Recruiter Console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31920" y="1737360"/>
            <a:ext cx="1645920" cy="22860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1737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Room 1 — Boardroom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0" y="1691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you@ews.aero | Sign out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INTERVIEWING · TOKEN #12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4871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Aarav Mehta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2944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UU-AV-2026-0012  ·  BBA Aviation · Sem 6  ·  Phone 98765xxxxx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0" y="2240280"/>
            <a:ext cx="269748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2651760"/>
            <a:ext cx="2331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Select…  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3383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★ ★ ★ ★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943600" y="3977640"/>
            <a:ext cx="233172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3977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decision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3977640"/>
            <a:ext cx="2194560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next token →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room badge shows top-left (green). Click 'Call next token' when ready. The candidate's full profile loads instantly — review, then capture decision on the right.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 · 5 / 16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careers.ews.aero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· DURING THE INTERVIEW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Capturing the decision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as started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1645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student sits down, click 'Mark as started'. This starts the interview timer.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84048" cy="38404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profile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148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form data is on the left. Click 'Open résumé' to view the PDF in a new tab.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384048" cy="38404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decision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26517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· Shortlisted · Hold · Re-interview · Rejected. Each triggers a different email to the student.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384048" cy="38404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them 1–5 stars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3154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stars. 5 = excellent. This is private to HR — not shared with the student.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384048" cy="38404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notes (optional)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0" y="36576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observations: communication, domain knowledge, concerns. Visible to admin only.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384048" cy="38404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97280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decision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74720" y="4160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Submit. Auto-advance is ON by default — next token loads immediately.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 · 6 / 16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careers.ews.aero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OPERATOR · QUEUE CONTROL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Managing the queue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STATUSES YOU'LL SEE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09728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83080" y="1920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registered, not yet called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920240"/>
            <a:ext cx="1097280" cy="4114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920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89320" y="1920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has called the token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404872"/>
            <a:ext cx="1097280" cy="4114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048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83080" y="24048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underway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404872"/>
            <a:ext cx="109728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4048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89320" y="24048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complete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889504"/>
            <a:ext cx="1097280" cy="411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8950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83080" y="288950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didn't show — can recall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889504"/>
            <a:ext cx="109728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88950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SHOW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89320" y="288950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marked absent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ACTIONS (per row in the queue table)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023360"/>
            <a:ext cx="822960" cy="292608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0233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63040" y="4023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student doesn't show after being called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91840" y="4023360"/>
            <a:ext cx="822960" cy="292608"/>
          </a:xfrm>
          <a:prstGeom prst="rect">
            <a:avLst/>
          </a:prstGeom>
          <a:solidFill>
            <a:srgbClr val="22C55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40233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06240" y="4023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 SKIPPED token back to the head of the queue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4023360"/>
            <a:ext cx="822960" cy="292608"/>
          </a:xfrm>
          <a:prstGeom prst="rect">
            <a:avLst/>
          </a:prstGeom>
          <a:solidFill>
            <a:srgbClr val="DC262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40233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49440" y="4023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— student is marked absent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 · 7 / 16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careers.ews.aero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· LIVE MONITORING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drive-day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9496" y="1691640"/>
            <a:ext cx="1554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9496" y="2148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147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167128" y="1691640"/>
            <a:ext cx="1554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58568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67128" y="2148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794760" y="1691640"/>
            <a:ext cx="1554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2148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5422392" y="1691640"/>
            <a:ext cx="1554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22392" y="2148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7050024" y="1691640"/>
            <a:ext cx="1554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41464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050024" y="2148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4864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LOOKING FOR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566160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474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progress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7673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count slowly drops, Completed slowly rises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356616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3474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backup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66160" y="37673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&gt; 50 → add more recruiters or pause registrations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3566160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474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37673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isn't moving for 15 min → check on a recruiter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 · 8 / 16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careers.ews.aero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· DATA EXPORT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Pulling a CSV mid-drive or end-of-day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6916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→ click 'Students'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0574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Status filter (Selected / Hold / etc) to narrow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4231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Course / Semester filters if needed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7889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'⬇ Export CSV' button (top right)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downloads a .csv file instantly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3520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Excel / Google Sheets / send to HR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0" y="1691640"/>
            <a:ext cx="3108960" cy="26974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0" y="2194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Token number  ·  Registration ID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0" y="2450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name  ·  Parent names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0" y="27066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  ·  Phone  ·  Gender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0" y="29626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Course  ·  Semester  ·  Specialization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0" y="32186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10th %  ·  12th %  ·  Grad CGPA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0" y="3474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10th + 12th board state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69280" y="3730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Address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69280" y="39867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 status (Selected / etc)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0" y="42428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Registered timestamp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 · 9 / 16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careers.ews.aero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MANAGER · BULK SEND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Sending announcements to a group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0040" cy="32004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691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Bulk Email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→ 'Bulk Email'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320040" cy="32004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subject + body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2148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supported. Keep it short — students read on mobile.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320040" cy="32004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06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audience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2606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Selected? Course = BBA? Combine filters.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320040" cy="32004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audience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3063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'Preview' → see exact count + sample emails.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320040" cy="32004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520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audience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3520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'Send' → confirm → sends in batches of 25.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320040" cy="32004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977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3977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Recent sends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0" y="3977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down to see delivery confirmations.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526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Bulk send cannot be undone. Always click 'Preview audience' first to confirm the count.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 · 10 / 16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careers.ews.aero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DAY · YOUR HOUR-BY-HOUR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 (sample 9am–6pm)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77240" cy="32918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8:30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63040" y="16459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STAFF ARRIVE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0" y="164592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· sign in to your screen · pull up your panel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066544"/>
            <a:ext cx="777240" cy="32918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6654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20665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OPENS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206654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operator monitors queue · TV display ON · QR codes posted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487168"/>
            <a:ext cx="77724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8716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9:15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63040" y="24871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INTERVIEWS START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0" y="248716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call token #1 · then auto-advance through the day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907792"/>
            <a:ext cx="77724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0779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12:30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63040" y="29077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SHIFT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0" y="290779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new registrations · in-flight students finish · resume 1:30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328416"/>
            <a:ext cx="77724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32841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63040" y="33284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CALL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0" y="332841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new registrations · finish queue · last interviews at ~5pm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749040"/>
            <a:ext cx="777240" cy="32918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74904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5:30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63040" y="37490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EXPORTS CSV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97680" y="374904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grabs final CSV · sends bulk decision emails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169664"/>
            <a:ext cx="777240" cy="329184"/>
          </a:xfrm>
          <a:prstGeom prst="rect">
            <a:avLst/>
          </a:prstGeom>
          <a:solidFill>
            <a:srgbClr val="172A5E"/>
          </a:solidFill>
          <a:ln w="12700">
            <a:solidFill>
              <a:srgbClr val="172A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16966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463040" y="416966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297680" y="416966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staff log out · TV display OFF · debrief in 15 minutes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 · 11 / 16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careers.ews.aero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SCENARIOS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do when…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" cy="25603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doesn't show up when called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0" y="1645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clicks 'Skip (no-show)' → token marked SKIPPED. Desk operator can Recall later.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112264"/>
            <a:ext cx="256032" cy="25603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12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06654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student returns 30 min later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0" y="20665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operator → /admin/queue → filter 'Skipped' → click Recall on their row. They re-enter the queue.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532888"/>
            <a:ext cx="256032" cy="25603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32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4871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typed a wrong email at registration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24871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register again with correct email. Old (unverified) record is ignored.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953512"/>
            <a:ext cx="256032" cy="25603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53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9077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TV freezes / goes blank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0" y="29077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the browser tab (Cmd+R / Ctrl+R). Auto-refresh resumes every 3 seconds.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374136"/>
            <a:ext cx="256032" cy="25603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374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3284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forgot which room I'm assigned to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0" y="33284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at /admin/login — top of screen shows your room badge (e.g. 'Room 1 — Boardroom').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794760"/>
            <a:ext cx="256032" cy="25603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794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3749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send a bulk email to only selected students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89120" y="3749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Bulk Email → Status = SELECTED → Preview → Send.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215384"/>
            <a:ext cx="256032" cy="25603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215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4400" y="41696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CSV for HR handoff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89120" y="41696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Students → click '⬇ Export CSV'. Includes all current filters.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 · 12 / 16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careers.ews.aero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THINGS BREAK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Emergency procedures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9144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shows 500 error everywhere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0" y="16459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34840" y="1645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dashboard → Deployments → click last green one → 'Promote to production'. Site back in 1 min.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121408"/>
            <a:ext cx="9144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214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errors / 'connection failed'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0" y="212140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34840" y="212140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free tier may have paused. Supabase dashboard → Resume project. Check connection limit.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596896"/>
            <a:ext cx="9144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59689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OTP emails arriving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0" y="2596896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34840" y="259689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dashboard → check daily limit (100 free). Check DNS still ✅ green on Resend → Domains.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072384"/>
            <a:ext cx="9144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0723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bug — wrong data showing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3072384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34840" y="307238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→ Deployments → previous green build → 'Promote'. Roll back. Then call developer.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547872"/>
            <a:ext cx="9144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5478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TV won't load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0" y="354787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34840" y="354787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TV: open browser → careers.ews.aero/display → press F11 for full-screen.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023360"/>
            <a:ext cx="9144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0233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recruiters got the same token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0" y="402336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34840" y="40233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happen by design (atomic locks). If it appears that way, screenshot and call developer.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 · 13 / 16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careers.ews.aero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Do's and Don'ts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93192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93192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 out at end of day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Refresh TV display if it stalls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Capture honest decisions + ratings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notes — admin reads them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Tell desk if you'll be away from your room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393192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691640"/>
            <a:ext cx="393192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DON'T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 your login link / code with anyone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9204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Discuss decisions in front of students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9204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Skip a candidate without recording why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9204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Click random buttons to 'see what happens'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9204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Take screenshots of student PII without need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 · 14 / 16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careers.ews.aero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THIS HOME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reference card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log in here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2011680"/>
            <a:ext cx="521208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201168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careers.ews.aero/admin/login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3042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work here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304288"/>
            <a:ext cx="521208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230428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careers.ews.aero/recruiter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5968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works here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2596896"/>
            <a:ext cx="521208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25968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careers.ews.aero/admin/queue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8895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home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2889504"/>
            <a:ext cx="521208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288950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careers.ews.aero/admin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1821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TV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3182112"/>
            <a:ext cx="521208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318211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careers.ews.aero/display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474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runbook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3474720"/>
            <a:ext cx="521208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347472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careers.ews.aero/admin/runbook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lead:  aviation@ews.aero       ·       Super Admin:  Bhupender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 · 15 / 16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careers.ews.aero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you on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 day.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3474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Ask now — or save them for the dry-run rehearsal.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434840"/>
            <a:ext cx="32004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World Services  ·  aviation@ews.aero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Elite World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Staff Training — UU Aviation Recruitment 2026</dc:title>
  <dc:subject>PptxGenJS Presentation</dc:subject>
  <dc:creator>Elite World Services</dc:creator>
  <cp:lastModifiedBy>Elite World Services</cp:lastModifiedBy>
  <cp:revision>1</cp:revision>
  <dcterms:created xsi:type="dcterms:W3CDTF">2026-05-27T18:37:32Z</dcterms:created>
  <dcterms:modified xsi:type="dcterms:W3CDTF">2026-05-27T18:37:32Z</dcterms:modified>
</cp:coreProperties>
</file>