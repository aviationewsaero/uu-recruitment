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9601200" y="4114800"/>
            <a:ext cx="2560320" cy="2743200"/>
          </a:xfrm>
          <a:prstGeom prst="rtTriangl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Calibri"/>
              </a:rPr>
              <a:t>ELITE WORLD SERVICES · AVIATION RECRUITMENT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CBD5E1"/>
                </a:solidFill>
                <a:latin typeface="Calibri"/>
              </a:rPr>
              <a:t>SUPER ADMIN GUIDE  ·  EDITION 2026.05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058400" cy="18288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Georgia"/>
              </a:rPr>
              <a:t>The full control panel,
in your hand.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0058400" cy="10972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Everything you (and only you) need to know to run, monitor, recover and finalise the drive. Covers: setup, day-of operations, monitoring, incident response, and post-drive cleanup.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303520"/>
            <a:ext cx="5029200" cy="5486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358384"/>
            <a:ext cx="475488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  <a:latin typeface="Calibri"/>
              </a:rPr>
              <a:t>FOR: BHUPENDER · FOUNDER · SUPER 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careers.ews.aero  ·  Live system snapshot  ·  Updated 2026-05-28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Calibri"/>
              </a:rPr>
              <a:t>WHAT'S IN THIS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Six parts. Pre-drive (read once), day-of (open this deck on a tablet).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502920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5029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44168"/>
            <a:ext cx="685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Georgia"/>
              </a:rPr>
              <a:t>Pre-drive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581912"/>
            <a:ext cx="10058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T-7 days · staff accounts · rooms · DNS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92808"/>
            <a:ext cx="502920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892808"/>
            <a:ext cx="5029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911096"/>
            <a:ext cx="685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Georgia"/>
              </a:rPr>
              <a:t>The 5 admin screens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148840"/>
            <a:ext cx="10058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What each one shows · what each one is for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59736"/>
            <a:ext cx="502920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459736"/>
            <a:ext cx="5029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478024"/>
            <a:ext cx="685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Georgia"/>
              </a:rPr>
              <a:t>Day-of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715768"/>
            <a:ext cx="10058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Watch list · interventions · escalation rules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026664"/>
            <a:ext cx="502920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026664"/>
            <a:ext cx="5029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044952"/>
            <a:ext cx="685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Georgia"/>
              </a:rPr>
              <a:t>Incident 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282696"/>
            <a:ext cx="10058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When the site goes down · when DB pauses · when email fails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593592"/>
            <a:ext cx="502920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593592"/>
            <a:ext cx="5029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611880"/>
            <a:ext cx="685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Georgia"/>
              </a:rPr>
              <a:t>Security &amp; compliance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849624"/>
            <a:ext cx="10058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Audit log · rate limits · secret rotation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160520"/>
            <a:ext cx="502920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160520"/>
            <a:ext cx="5029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178808"/>
            <a:ext cx="685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Georgia"/>
              </a:rPr>
              <a:t>Post-drive wrap-up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416552"/>
            <a:ext cx="10058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Backup · archive · re-deployment for next drive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011680" cy="10058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Calibri"/>
              </a:rPr>
              <a:t>PART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Georgia"/>
              </a:rPr>
              <a:t>Pre-drive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T-7 to T-1 days. Everything that has to be true before doors open.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Super Admin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Calibri"/>
              </a:rPr>
              <a:t>PART 01  ·  PRE-DRIVE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T-7 days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132588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28016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1.  Confirm the domain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105156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Open https://careers.ews.aero in incognito. Landing page loads in &lt; 1 sec. If not — Vercel deployment didn't promote or DNS is stale.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192024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87452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2.  Log in with your password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240280"/>
            <a:ext cx="105156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/admin/login → bhupender@eliteworldservices.com + password. If your password is forgotten: ADMIN_EMERGENCY_PASSWORD env var (rotate after use).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251460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51460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46888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3.  Create one staff account per recruiter/desk operator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834640"/>
            <a:ext cx="105156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/admin/users → Add new staff form → fill email, name, role, set initial password (min 8 chars). Email them the password OOB (WhatsApp/SMS — never share via the same email).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310896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10896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06324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4.  Assign each recruiter to a room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429000"/>
            <a:ext cx="105156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Same /admin/users page → in their row, pick a room from the 'Room' dropdown. Only RECRUITER rows show this dropdown. Saves instantly.</a:t>
            </a:r>
          </a:p>
        </p:txBody>
      </p:sp>
      <p:sp>
        <p:nvSpPr>
          <p:cNvPr id="23" name="Oval 22"/>
          <p:cNvSpPr/>
          <p:nvPr/>
        </p:nvSpPr>
        <p:spPr>
          <a:xfrm>
            <a:off x="502920" y="370332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70332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65760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5.  Print the QR poster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023360"/>
            <a:ext cx="105156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/admin/qr-poster → Print → A3 colour preferred. Make 5+ copies for entrances.</a:t>
            </a:r>
          </a:p>
        </p:txBody>
      </p:sp>
      <p:sp>
        <p:nvSpPr>
          <p:cNvPr id="27" name="Oval 26"/>
          <p:cNvSpPr/>
          <p:nvPr/>
        </p:nvSpPr>
        <p:spPr>
          <a:xfrm>
            <a:off x="502920" y="429768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29768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25196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6.  Print the runbook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617720"/>
            <a:ext cx="105156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/admin/runbook → Print → A4. One per desk. Same info as the playbook deck.</a:t>
            </a:r>
          </a:p>
        </p:txBody>
      </p:sp>
      <p:sp>
        <p:nvSpPr>
          <p:cNvPr id="31" name="Oval 30"/>
          <p:cNvSpPr/>
          <p:nvPr/>
        </p:nvSpPr>
        <p:spPr>
          <a:xfrm>
            <a:off x="502920" y="489204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89204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84632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7.  Do a full dry-run with 2 fake students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5212080"/>
            <a:ext cx="105156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Register two test emails. Walk one through to SELECTED, one through to REJECTED. Confirm both got the result email.</a:t>
            </a:r>
          </a:p>
        </p:txBody>
      </p:sp>
      <p:sp>
        <p:nvSpPr>
          <p:cNvPr id="35" name="Oval 34"/>
          <p:cNvSpPr/>
          <p:nvPr/>
        </p:nvSpPr>
        <p:spPr>
          <a:xfrm>
            <a:off x="502920" y="548640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48640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544068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8.  Take a fresh DB backup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5806440"/>
            <a:ext cx="105156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Run scripts/backup.sh locally. Saves a pg_dump to ~/uu-backups/. Pre-drive snapshot.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Super Admin Guide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Calibri"/>
              </a:rPr>
              <a:t>PART 01  ·  ROOM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How the new dropdown works (added 2026-05-28)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3515258" cy="1645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351525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3058058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Georgia"/>
              </a:rPr>
              <a:t>WHAT IT FIXES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058058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Before: recruiters got 'No room assigned' and you had to write SQL.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Now: dropdown on /admin/users — pick a room → saved instantly → audit logged.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Auto-revalidates /recruiter + /display so the recruiter's screen flips immediately.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8218" y="1371600"/>
            <a:ext cx="3515258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8218" y="1536192"/>
            <a:ext cx="351525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6818" y="1691640"/>
            <a:ext cx="3058058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Georgia"/>
              </a:rPr>
              <a:t>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6818" y="2286000"/>
            <a:ext cx="3058058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One recruiter = one room. Picking a new room clears the old one.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One room = one recruiter. The dropdown hides rooms already taken by someone else.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Only RECRUITER role gets the dropdown. Other roles see '—'.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Picking '— no room —' unassigns them (e.g. recruiter went home sick).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3516" y="1371600"/>
            <a:ext cx="3515258" cy="1645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73516" y="1536192"/>
            <a:ext cx="351525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2116" y="1691640"/>
            <a:ext cx="3058058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Georgia"/>
              </a:rPr>
              <a:t>CURRENT SEED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2116" y="2286000"/>
            <a:ext cx="3058058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E3A8A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R1 · Boardroom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E3A8A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R2 · Cabin Crew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E3A8A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R3 · Ground Staff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E3A8A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R4 · Customer Service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E3A8A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Need more rooms? See Part 04 — add via DB or seed script.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Super Admin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011680" cy="10058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Calibri"/>
              </a:rPr>
              <a:t>PART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Georgia"/>
              </a:rPr>
              <a:t>The 5 admin screens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Memorise where each lives. You will switch between them all 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Super Admin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Calibri"/>
              </a:rPr>
              <a:t>PART 02  ·  YOUR 5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Operational dashboards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3515258" cy="1645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351525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3058058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Georgia"/>
              </a:rPr>
              <a:t>/admin   (Overview)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058058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E3A8A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5 tiles: Registered · Waiting · In progress · Completed · Selected.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E3A8A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Auto-refresh on every page load.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E3A8A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Watch the gap between Waiting and Completed — it's your throughput pulse.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E3A8A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Loads in ~350 ms (single GROUP BY query, no N+1).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8218" y="1371600"/>
            <a:ext cx="3515258" cy="1645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8218" y="1536192"/>
            <a:ext cx="351525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6818" y="1691640"/>
            <a:ext cx="3058058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Georgia"/>
              </a:rPr>
              <a:t>/admin/queue   (Live queue)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6818" y="2286000"/>
            <a:ext cx="3058058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Full waiting list across all rooms — operator's home screen.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Filter chips: All · Waiting · Called · Skipped · Done · No-show.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Per-row: Recall · No-show · Search by token.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Use this as your war-room 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3516" y="1371600"/>
            <a:ext cx="3515258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73516" y="1536192"/>
            <a:ext cx="351525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2116" y="1691640"/>
            <a:ext cx="3058058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Georgia"/>
              </a:rPr>
              <a:t>/admin/students   (Roster)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2116" y="2286000"/>
            <a:ext cx="3058058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Search by name/email/token. Filter by status/course/semester.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Click any row → full profile with resume + photo + interview history.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'Export CSV' top right — full roster, all filters applied.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Super Admin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Calibri"/>
              </a:rPr>
              <a:t>PART 02  ·  YOUR 5 SCREENS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Outreach +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3515258" cy="1645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351525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3058058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Georgia"/>
              </a:rPr>
              <a:t>/admin/emails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058058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Bulk announcement composer.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Pick audience (status × course × semester) → Preview → Type count (if &gt;25) → Send.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Sends via Resend SMTP. Free tier = 3000/month, 100/day.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Use AFTER the drive for selection/rejection batches.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8218" y="1371600"/>
            <a:ext cx="3515258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8218" y="1536192"/>
            <a:ext cx="351525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6818" y="1691640"/>
            <a:ext cx="3058058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Georgia"/>
              </a:rPr>
              <a:t>/admin/users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6818" y="2286000"/>
            <a:ext cx="3058058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CRUD for staff accounts.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Add / reset password / activate / deactivate.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Room dropdown for recruiters.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You CANNOT delete yourself or deactivate yourself.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3516" y="1371600"/>
            <a:ext cx="3515258" cy="1645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73516" y="1536192"/>
            <a:ext cx="351525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2116" y="1691640"/>
            <a:ext cx="3058058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Georgia"/>
              </a:rPr>
              <a:t>/admin/analytics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2116" y="2286000"/>
            <a:ext cx="3058058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E3A8A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Tiles + SVG charts: status distribution, hourly throughput, rooms breakdown.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E3A8A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Pure-server SVG — no JS chart library. Loads instantly.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E3A8A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Open at the end of each hour for a pulse check.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126480"/>
            <a:ext cx="111556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Also: /admin/runbook (printable cheat sheet) · /admin/qr-poster (printable QR + venue info)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Super Admin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011680" cy="10058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Calibri"/>
              </a:rPr>
              <a:t>PART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Georgia"/>
              </a:rPr>
              <a:t>Day-of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Hour-by-hour. What you should be doing at each phase of the drive.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Super Admin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Calibri"/>
              </a:rPr>
              <a:t>PART 03  ·  YOUR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A 6-hour drive in 6 phases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132588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28016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T-60 min  ·  Pre-flight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10515600" cy="4267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Run the 8-step pre-flight (Part 01 of the team playbook). Confirm every staff member can log in. Test one fake registration.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211836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11836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07264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T-0 to T+30 min  ·  Arrival rush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438400"/>
            <a:ext cx="10515600" cy="4267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Watch /admin tiles. Registered should climb fast. If it stalls → check the registration page is reachable from a student phone (test on 4G, not your wifi).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291084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91084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6512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T+30 min to T+5 hr  ·  Steady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230880"/>
            <a:ext cx="10515600" cy="4267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Open 3 tabs: /admin, /admin/queue, /display (kiosk view). Refresh every 10 min. Eyeball anomalies.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370332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70332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65760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T+5 hr  ·  Tail 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023360"/>
            <a:ext cx="10515600" cy="4267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Waiting count starts dropping. Walk the floor — any students who haven't been called? Help desk operator clear no-shows.</a:t>
            </a:r>
          </a:p>
        </p:txBody>
      </p:sp>
      <p:sp>
        <p:nvSpPr>
          <p:cNvPr id="23" name="Oval 22"/>
          <p:cNvSpPr/>
          <p:nvPr/>
        </p:nvSpPr>
        <p:spPr>
          <a:xfrm>
            <a:off x="502920" y="449580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49580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45008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T+6 hr  ·  Doors close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815840"/>
            <a:ext cx="10515600" cy="4267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Confirm 0 WAITING tokens. Email Manager queues selection blast. Take final screenshot.</a:t>
            </a:r>
          </a:p>
        </p:txBody>
      </p:sp>
      <p:sp>
        <p:nvSpPr>
          <p:cNvPr id="27" name="Oval 26"/>
          <p:cNvSpPr/>
          <p:nvPr/>
        </p:nvSpPr>
        <p:spPr>
          <a:xfrm>
            <a:off x="502920" y="528828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28828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24256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T+6 hr +30 min  ·  Hand-over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608320"/>
            <a:ext cx="10515600" cy="4267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Run backup script. Archive Supabase storage bucket. Disable staff accounts you won't reuse.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Super Admin Guide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Calibri"/>
              </a:rPr>
              <a:t>PART 03  ·  ESCALATION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When to act — when to wait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32907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5432907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4975707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Georgia"/>
              </a:rPr>
              <a:t>ACT IMMEDIATELY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4975707" cy="3657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Registered count went BACKWARDS — DB integrity bug, stop the drive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Site returns 5xx for &gt; 60 sec — promote previous deployment on Vercel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Supabase dashboard shows 'paused' — un-pause from Supabase project page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Bulk email tool shows 'over quota' — Resend free tier exhausted, contact me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A recruiter says 'I can see the wrong student' — refresh; if persists, log them out and back 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5867" y="1371600"/>
            <a:ext cx="5432907" cy="1645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432907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4467" y="1691640"/>
            <a:ext cx="4975707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Georgia"/>
              </a:rPr>
              <a:t>WAIT &amp; MONITOR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4467" y="2240280"/>
            <a:ext cx="4975707" cy="3657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Single student's submit failed once — they'll retry, not your problem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Admin page took 4 sec to load on first nav — cold start, normal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Display board didn't update for 5 sec — that's the poll interval, normal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One photo failed to upload — student can submit without it (fixable after)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Audit log empty for last hour — only writes on actions; quiet hour = nothing to 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Rule of thumb: 1 anomaly = monitor · 3 same anomalies = escalate · 1 systemic anomaly = intervene 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Super Admin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011680" cy="10058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Calibri"/>
              </a:rPr>
              <a:t>PART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Georgia"/>
              </a:rPr>
              <a:t>Incident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Three classes of incident. Six playbooks. Drilled, tested, ready.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Super Admin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Calibri"/>
              </a:rPr>
              <a:t>PART 04  ·  INFRASTRUCTURE INCIDENTS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Vercel / Supabase / Resend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85855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99032"/>
            <a:ext cx="3172876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SYMPTOM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268" y="1399032"/>
            <a:ext cx="28373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3449" y="1399032"/>
            <a:ext cx="4627037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DO THIS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37360"/>
            <a:ext cx="1118585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828800"/>
            <a:ext cx="3172876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Site returns 500 on every URL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268" y="1828800"/>
            <a:ext cx="28373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Bad deployment promoted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3449" y="1828800"/>
            <a:ext cx="4627037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Vercel → Deployments → last green → 'Promote to production'. ~30 sec to recover.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560320"/>
            <a:ext cx="11185855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2651760"/>
            <a:ext cx="3172876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Site loads but every page shows 'DB error'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268" y="2651760"/>
            <a:ext cx="28373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Supabase paused (free tier) OR connection limit hit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3449" y="2651760"/>
            <a:ext cx="4627037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Supabase → Project → Resume. If limit hit: wait 60 sec — our pool cap recycles.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83280"/>
            <a:ext cx="1118585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474720"/>
            <a:ext cx="3172876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Confirmation emails not arriving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268" y="3474720"/>
            <a:ext cx="28373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Resend quota burned OR sender domain DNS broke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3449" y="3474720"/>
            <a:ext cx="4627037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Resend dashboard → Logs (delivery / bounces). If quota: switch off bulk send, transactional still works.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206240"/>
            <a:ext cx="11185855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4297680"/>
            <a:ext cx="3172876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/display TV froze on one tile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268" y="4297680"/>
            <a:ext cx="28373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Browser tab crashed locally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3449" y="4297680"/>
            <a:ext cx="4627037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Refresh the TV. Server data is fine — this is client-only.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Super Admin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Calibri"/>
              </a:rPr>
              <a:t>PART 04  ·  DATA + ACCESS INCIDENTS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Login locks, data leaks, password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85855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99032"/>
            <a:ext cx="3172876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SYMPTOM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268" y="1399032"/>
            <a:ext cx="28373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3449" y="1399032"/>
            <a:ext cx="4627037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DO THIS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37360"/>
            <a:ext cx="1118585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828800"/>
            <a:ext cx="3172876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You're locked out of your own 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268" y="1828800"/>
            <a:ext cx="28373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10 failed login attempts triggered the 15-min ban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3449" y="1828800"/>
            <a:ext cx="4627037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Wait 15 min. OR: log in via emergency password (set in Vercel env). Always rotate it after use.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560320"/>
            <a:ext cx="11185855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2651760"/>
            <a:ext cx="3172876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Recruiter says 'someone else's data appeared'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268" y="2651760"/>
            <a:ext cx="28373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Stale tab or proxy cache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3449" y="2651760"/>
            <a:ext cx="4627037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Have them log out, clear cookies for careers.ews.aero, log back in. If still: audit log → check actorId on the affected row.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83280"/>
            <a:ext cx="1118585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474720"/>
            <a:ext cx="3172876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A student says 'I got someone else's admit card'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268" y="3474720"/>
            <a:ext cx="28373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Should be impossible — each card now has a per-student token in the URL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3449" y="3474720"/>
            <a:ext cx="4627037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Verify by opening the URL — should require ?t=TOKEN. If not: a stale email link was clicked. Resend their email from /admin/students.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206240"/>
            <a:ext cx="11185855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4297680"/>
            <a:ext cx="3172876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Suspicion: someone scraped the student list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268" y="4297680"/>
            <a:ext cx="28373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Check audit log for unusual frequency on /api/admin/students.csv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3449" y="4297680"/>
            <a:ext cx="4627037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All admin routes now require a valid session — proxy enforces this at the edge. Rotate session secret + force all logins out (delete all sessions in DB).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Super Admin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011680" cy="10058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Calibri"/>
              </a:rPr>
              <a:t>PART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Georgia"/>
              </a:rPr>
              <a:t>Security &amp;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What's protecting the data — and what you should do to keep it that way.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Super Admin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Calibri"/>
              </a:rPr>
              <a:t>PART 05  ·  WHAT'S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Defence layers in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3515258" cy="1645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351525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3058058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Georgia"/>
              </a:rPr>
              <a:t>AT THE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058058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E3A8A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HSTS (2-year) — browsers refuse HTTP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E3A8A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X-Frame-Options DENY — can't embed in iframe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E3A8A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X-Content-Type-Options nosniff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E3A8A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Referrer-Policy strict-origin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E3A8A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Permissions-Policy — cam/mic/geo OFF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E3A8A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proxy.ts guards /admin/* + /recruiter + /api/admin/*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8218" y="1371600"/>
            <a:ext cx="3515258" cy="1645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8218" y="1536192"/>
            <a:ext cx="351525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6818" y="1691640"/>
            <a:ext cx="3058058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Georgia"/>
              </a:rPr>
              <a:t>AT THE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6818" y="2286000"/>
            <a:ext cx="3058058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bcrypt-hashed staff passwords (cost 10)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HMAC-signed session cookies (12 h)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IP rate limit: 10 logins / 5 min / 15 min ban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Email rate limit: 8 attempts / 5 min / account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Failed logins audited with IP + reason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Recruiter actions room-ownership checked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3516" y="1371600"/>
            <a:ext cx="3515258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73516" y="1536192"/>
            <a:ext cx="351525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2116" y="1691640"/>
            <a:ext cx="3058058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Georgia"/>
              </a:rPr>
              <a:t>AT THE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2116" y="2286000"/>
            <a:ext cx="3058058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Per-student admit-card token (no enumeration)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Success page gated on token (or admin session)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CSV export injection-safe (= + - @ prefix → quote)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Bulk-email typed confirmation &gt; 25 recipients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Audit log on every staff write action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studentId never trusted from client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Super Admin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Calibri"/>
              </a:rPr>
              <a:t>PART 05  ·  YOUR 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Five rules — non-negotiable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132588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28016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1.  Never share a staff password over the same 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10515600" cy="585216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Use WhatsApp/SMS for initial passwords. Staff resets their own at first login (post-MVP).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2276856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76856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231136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2.  Rotate ADMIN_EMERGENCY_PASSWORD after any 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596896"/>
            <a:ext cx="10515600" cy="585216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Generate new value (32+ chars) → Vercel dashboard → env vars → save → redeploy.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3227832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227832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182112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3.  Run scripts/backup.sh after every drive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547872"/>
            <a:ext cx="10515600" cy="585216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pg_dump + storage bucket archive. Keep 30 days.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4178808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178808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133088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4.  Disable accounts after the drive ends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498848"/>
            <a:ext cx="10515600" cy="585216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/admin/users → Deactivate each external recruiter. Reactivate next drive — history preserved.</a:t>
            </a:r>
          </a:p>
        </p:txBody>
      </p:sp>
      <p:sp>
        <p:nvSpPr>
          <p:cNvPr id="23" name="Oval 22"/>
          <p:cNvSpPr/>
          <p:nvPr/>
        </p:nvSpPr>
        <p:spPr>
          <a:xfrm>
            <a:off x="502920" y="5129784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129784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084064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5.  Review the audit log monthly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449824"/>
            <a:ext cx="10515600" cy="585216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DB: SELECT action, COUNT(*) FROM "AuditLog" WHERE "createdAt" &gt; NOW() - INTERVAL '30 days' GROUP BY action.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Super Admin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011680" cy="10058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Calibri"/>
              </a:rPr>
              <a:t>PART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Georgia"/>
              </a:rPr>
              <a:t>Post-drive wrap-up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From last student walking out to next drive's prep — clean and archived.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Super Admin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Calibri"/>
              </a:rPr>
              <a:t>PART 06  ·  POST-DRIVE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8-step wrap-up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132588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28016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1.  Confirm 0 WAITING + 0 IN_PROGRESS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105156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Anything stuck → no-show it. The system is now quiet.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192024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87452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2.  Run selection / rejection bulk emails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240280"/>
            <a:ext cx="105156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/admin/emails. Send selection first (good news). Rejection second, with a kind close.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251460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51460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46888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3.  Export the master CSV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834640"/>
            <a:ext cx="105156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/admin/students → Export. Save as drive-YYYY-MM-DD.csv in your Drive folder.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310896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10896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06324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4.  Run scripts/backup.sh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429000"/>
            <a:ext cx="105156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pg_dump + S3 sync of Supabase storage bucket. ~2 min for 700 students.</a:t>
            </a:r>
          </a:p>
        </p:txBody>
      </p:sp>
      <p:sp>
        <p:nvSpPr>
          <p:cNvPr id="23" name="Oval 22"/>
          <p:cNvSpPr/>
          <p:nvPr/>
        </p:nvSpPr>
        <p:spPr>
          <a:xfrm>
            <a:off x="502920" y="370332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70332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65760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5.  Take final analytics screenshot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023360"/>
            <a:ext cx="105156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/admin/analytics → full-page screenshot for the post-drive report.</a:t>
            </a:r>
          </a:p>
        </p:txBody>
      </p:sp>
      <p:sp>
        <p:nvSpPr>
          <p:cNvPr id="27" name="Oval 26"/>
          <p:cNvSpPr/>
          <p:nvPr/>
        </p:nvSpPr>
        <p:spPr>
          <a:xfrm>
            <a:off x="502920" y="429768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29768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25196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6.  Deactivate one-off recruiter accounts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617720"/>
            <a:ext cx="105156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/admin/users → Deactivate. Keep your super admin + perma staff active.</a:t>
            </a:r>
          </a:p>
        </p:txBody>
      </p:sp>
      <p:sp>
        <p:nvSpPr>
          <p:cNvPr id="31" name="Oval 30"/>
          <p:cNvSpPr/>
          <p:nvPr/>
        </p:nvSpPr>
        <p:spPr>
          <a:xfrm>
            <a:off x="502920" y="489204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89204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84632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7.  Archive the Vercel deployment URL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5212080"/>
            <a:ext cx="105156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Save the URL of today's deployment in case you need to roll back to it later.</a:t>
            </a:r>
          </a:p>
        </p:txBody>
      </p:sp>
      <p:sp>
        <p:nvSpPr>
          <p:cNvPr id="35" name="Oval 34"/>
          <p:cNvSpPr/>
          <p:nvPr/>
        </p:nvSpPr>
        <p:spPr>
          <a:xfrm>
            <a:off x="502920" y="548640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48640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544068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8.  Pause Supabase project (if no traffic expected)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5806440"/>
            <a:ext cx="105156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Saves the free-tier hours. Resume 1 day before next drive.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Super Admin Guide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Calibri"/>
              </a:rPr>
              <a:t>PART 06  ·  PREPARING THE NEXT DRIVE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Reuse the same system, reset the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32907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5432907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4975707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Georgia"/>
              </a:rPr>
              <a:t>DON'T REBUILD — RESET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4975707" cy="3657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Wipe Student / Token / InterviewLog tables (NOT User / Room)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Keep staff accounts active — passwords still valid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Update room display names if course mix changes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Update brand colours in src/app/globals.css if needed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5867" y="1371600"/>
            <a:ext cx="5432907" cy="1645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432907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4467" y="1691640"/>
            <a:ext cx="4975707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Georgia"/>
              </a:rPr>
              <a:t>UPDATE BEFORE GO-LIVE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4467" y="2240280"/>
            <a:ext cx="4975707" cy="3657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Reprint QR poster with new event date (auto-detects from runbook)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Re-do dry-run with 2 fake students end-to-end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Bump APP_URL env if domain changes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Take a fresh DB backup BEFORE wiping (the prior drive's data)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The system is built once, run many times. Average prep time for drive #2 = 1 hour.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Super Admin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46888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10972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Georgia"/>
              </a:rPr>
              <a:t>You built this. You own this.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22C55E"/>
                </a:solidFill>
                <a:latin typeface="Calibri"/>
              </a:rPr>
              <a:t>Everything in this guide is one click away on careers.ews.aero.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972800" cy="18288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
If a screen confuses you mid-drive: open /admin/runbook on a phone — it's the one-page version.
If the runbook doesn't help: this deck is your full reference.
If this deck doesn't help: roll back the deployment on Vercel and call the dev. The system stays 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Calibri"/>
              </a:rPr>
              <a:t>QUICK CONTACTS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60720"/>
            <a:ext cx="109728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Live URL: careers.ews.aero    ·    Vercel: dashboard.vercel.com    ·    Supabase: supabase.com/dashboard    ·    Resend: resend.com/emails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Super Admin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